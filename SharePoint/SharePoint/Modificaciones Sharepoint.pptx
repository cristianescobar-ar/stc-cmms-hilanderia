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6858000" cy="1219263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08A3-3CCC-49E6-964C-E1738A6D992D}" type="datetimeFigureOut">
              <a:rPr lang="es-ES" smtClean="0"/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61120" y="1143000"/>
            <a:ext cx="173576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CB49-322C-48BB-A333-B208C96D6BAF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imagen de diapositiva 1"/>
          <p:cNvSpPr/>
          <p:nvPr>
            <p:ph type="sldImg" idx="2"/>
          </p:nvPr>
        </p:nvSpPr>
        <p:spPr/>
      </p:sp>
      <p:sp>
        <p:nvSpPr>
          <p:cNvPr id="3" name="Marcador de posición de texto 2"/>
          <p:cNvSpPr/>
          <p:nvPr>
            <p:ph type="body" idx="3"/>
          </p:nvPr>
        </p:nvSpPr>
        <p:spPr/>
        <p:txBody>
          <a:bodyPr/>
          <a:p>
            <a:endParaRPr lang="es-E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imagen de diapositiva 1"/>
          <p:cNvSpPr/>
          <p:nvPr>
            <p:ph type="sldImg" idx="2"/>
          </p:nvPr>
        </p:nvSpPr>
        <p:spPr/>
      </p:sp>
      <p:sp>
        <p:nvSpPr>
          <p:cNvPr id="3" name="Marcador de posición de texto 2"/>
          <p:cNvSpPr/>
          <p:nvPr>
            <p:ph type="body" idx="3"/>
          </p:nvPr>
        </p:nvSpPr>
        <p:spPr/>
        <p:txBody>
          <a:bodyPr/>
          <a:p>
            <a:endParaRPr lang="es-E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995508"/>
            <a:ext cx="5143500" cy="424504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4254"/>
            <a:ext cx="5143500" cy="294386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834"/>
            <a:ext cx="5915025" cy="50720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849"/>
            <a:ext cx="5915025" cy="26672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875"/>
            <a:ext cx="2914650" cy="773647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875"/>
            <a:ext cx="2914650" cy="773647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75"/>
            <a:ext cx="5915025" cy="23567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9029"/>
            <a:ext cx="2901255" cy="146487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905"/>
            <a:ext cx="2901255" cy="65510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9029"/>
            <a:ext cx="2915543" cy="146487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905"/>
            <a:ext cx="2915543" cy="65510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80"/>
            <a:ext cx="2211883" cy="284508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595"/>
            <a:ext cx="3471863" cy="86650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960"/>
            <a:ext cx="2211883" cy="677682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80"/>
            <a:ext cx="2211883" cy="284508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5543" y="1755595"/>
            <a:ext cx="3471863" cy="86650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960"/>
            <a:ext cx="2211883" cy="677682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649175"/>
            <a:ext cx="1478756" cy="1033317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75"/>
            <a:ext cx="4350544" cy="1033317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75"/>
            <a:ext cx="5915025" cy="2356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875"/>
            <a:ext cx="5915025" cy="7736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1291"/>
            <a:ext cx="1543050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1291"/>
            <a:ext cx="2314575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1291"/>
            <a:ext cx="1543050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rcRect t="14288" r="73216" b="9063"/>
          <a:stretch>
            <a:fillRect/>
          </a:stretch>
        </p:blipFill>
        <p:spPr>
          <a:xfrm>
            <a:off x="197059" y="412579"/>
            <a:ext cx="5296139" cy="11367902"/>
          </a:xfrm>
          <a:prstGeom prst="rect">
            <a:avLst/>
          </a:prstGeom>
        </p:spPr>
      </p:pic>
      <p:cxnSp>
        <p:nvCxnSpPr>
          <p:cNvPr id="20" name="Conector recto de flecha 19"/>
          <p:cNvCxnSpPr>
            <a:stCxn id="21" idx="1"/>
          </p:cNvCxnSpPr>
          <p:nvPr/>
        </p:nvCxnSpPr>
        <p:spPr>
          <a:xfrm flipH="1">
            <a:off x="547370" y="5836285"/>
            <a:ext cx="2813050" cy="39370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Cuadro de texto 20"/>
          <p:cNvSpPr txBox="1"/>
          <p:nvPr/>
        </p:nvSpPr>
        <p:spPr>
          <a:xfrm>
            <a:off x="3360420" y="5375275"/>
            <a:ext cx="33496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s-ES" altLang="en-US"/>
              <a:t>Adicionar “Tabla de Causas Arg” </a:t>
            </a:r>
            <a:r>
              <a:rPr lang="es-ES" altLang="en-US">
                <a:sym typeface="+mn-ea"/>
              </a:rPr>
              <a:t>(Veja mais detalhes na próxima página)</a:t>
            </a:r>
            <a:endParaRPr lang="es-E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Marcador de posición de contenido 9"/>
          <p:cNvPicPr>
            <a:picLocks noChangeAspect="1"/>
          </p:cNvPicPr>
          <p:nvPr>
            <p:ph sz="half" idx="2"/>
          </p:nvPr>
        </p:nvPicPr>
        <p:blipFill>
          <a:blip r:embed="rId1"/>
          <a:srcRect l="13736" t="15833" r="4870" b="7761"/>
          <a:stretch>
            <a:fillRect/>
          </a:stretch>
        </p:blipFill>
        <p:spPr>
          <a:xfrm>
            <a:off x="92075" y="4972685"/>
            <a:ext cx="6712585" cy="4726305"/>
          </a:xfrm>
          <a:prstGeom prst="rect">
            <a:avLst/>
          </a:prstGeom>
        </p:spPr>
      </p:pic>
      <p:pic>
        <p:nvPicPr>
          <p:cNvPr id="12" name="Marcador de posición de contenido 11"/>
          <p:cNvPicPr>
            <a:picLocks noChangeAspect="1"/>
          </p:cNvPicPr>
          <p:nvPr>
            <p:ph sz="half" idx="1"/>
          </p:nvPr>
        </p:nvPicPr>
        <p:blipFill>
          <a:blip r:embed="rId2"/>
          <a:srcRect l="13697" t="14428" r="5316" b="7386"/>
          <a:stretch>
            <a:fillRect/>
          </a:stretch>
        </p:blipFill>
        <p:spPr>
          <a:xfrm>
            <a:off x="92075" y="195580"/>
            <a:ext cx="6713220" cy="4861560"/>
          </a:xfrm>
          <a:prstGeom prst="rect">
            <a:avLst/>
          </a:prstGeom>
        </p:spPr>
      </p:pic>
      <p:sp>
        <p:nvSpPr>
          <p:cNvPr id="21" name="Cuadro de texto 20"/>
          <p:cNvSpPr txBox="1"/>
          <p:nvPr/>
        </p:nvSpPr>
        <p:spPr>
          <a:xfrm>
            <a:off x="3836670" y="1847215"/>
            <a:ext cx="2720975" cy="398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l"/>
            <a:r>
              <a:rPr lang="es-ES" altLang="en-US" sz="1000"/>
              <a:t>Converta aqueles que contêm (</a:t>
            </a:r>
            <a:r>
              <a:rPr lang="es-ES" altLang="en-US" sz="1000">
                <a:solidFill>
                  <a:srgbClr val="FF0000"/>
                </a:solidFill>
              </a:rPr>
              <a:t>*</a:t>
            </a:r>
            <a:r>
              <a:rPr lang="es-ES" altLang="en-US" sz="1000"/>
              <a:t>) em um campo obrigatório</a:t>
            </a:r>
            <a:endParaRPr lang="es-ES" altLang="en-US" sz="1000"/>
          </a:p>
        </p:txBody>
      </p:sp>
      <p:sp>
        <p:nvSpPr>
          <p:cNvPr id="13" name="Cuadro de texto 12"/>
          <p:cNvSpPr txBox="1"/>
          <p:nvPr/>
        </p:nvSpPr>
        <p:spPr>
          <a:xfrm>
            <a:off x="614045" y="2010410"/>
            <a:ext cx="2927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s-ES" altLang="en-US">
                <a:solidFill>
                  <a:srgbClr val="FF0000"/>
                </a:solidFill>
              </a:rPr>
              <a:t>*</a:t>
            </a:r>
            <a:endParaRPr lang="es-ES" altLang="en-US">
              <a:solidFill>
                <a:srgbClr val="FF0000"/>
              </a:solidFill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474345" y="2442210"/>
            <a:ext cx="2927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s-ES" altLang="en-US">
                <a:solidFill>
                  <a:srgbClr val="FF0000"/>
                </a:solidFill>
              </a:rPr>
              <a:t>*</a:t>
            </a:r>
            <a:endParaRPr lang="es-ES" altLang="en-US">
              <a:solidFill>
                <a:srgbClr val="FF0000"/>
              </a:solidFill>
            </a:endParaRPr>
          </a:p>
        </p:txBody>
      </p:sp>
      <p:sp>
        <p:nvSpPr>
          <p:cNvPr id="18" name="Cuadro de texto 17"/>
          <p:cNvSpPr txBox="1"/>
          <p:nvPr/>
        </p:nvSpPr>
        <p:spPr>
          <a:xfrm>
            <a:off x="817245" y="3328035"/>
            <a:ext cx="2927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s-ES" altLang="en-US">
                <a:solidFill>
                  <a:srgbClr val="FF0000"/>
                </a:solidFill>
              </a:rPr>
              <a:t>*</a:t>
            </a:r>
            <a:endParaRPr lang="es-ES" altLang="en-US">
              <a:solidFill>
                <a:srgbClr val="FF0000"/>
              </a:solidFill>
            </a:endParaRPr>
          </a:p>
        </p:txBody>
      </p:sp>
      <p:sp>
        <p:nvSpPr>
          <p:cNvPr id="19" name="Cuadro de texto 18"/>
          <p:cNvSpPr txBox="1"/>
          <p:nvPr/>
        </p:nvSpPr>
        <p:spPr>
          <a:xfrm>
            <a:off x="791845" y="3559810"/>
            <a:ext cx="2927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s-ES" altLang="en-US">
                <a:solidFill>
                  <a:srgbClr val="FF0000"/>
                </a:solidFill>
              </a:rPr>
              <a:t>*</a:t>
            </a:r>
            <a:endParaRPr lang="es-ES" altLang="en-US">
              <a:solidFill>
                <a:srgbClr val="FF0000"/>
              </a:solidFill>
            </a:endParaRPr>
          </a:p>
        </p:txBody>
      </p:sp>
      <p:sp>
        <p:nvSpPr>
          <p:cNvPr id="22" name="Cuadro de texto 21"/>
          <p:cNvSpPr txBox="1"/>
          <p:nvPr/>
        </p:nvSpPr>
        <p:spPr>
          <a:xfrm>
            <a:off x="1280795" y="3791585"/>
            <a:ext cx="2927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s-ES" altLang="en-US">
                <a:solidFill>
                  <a:srgbClr val="FF0000"/>
                </a:solidFill>
              </a:rPr>
              <a:t>*</a:t>
            </a:r>
            <a:endParaRPr lang="es-ES" altLang="en-US">
              <a:solidFill>
                <a:srgbClr val="FF0000"/>
              </a:solidFill>
            </a:endParaRPr>
          </a:p>
        </p:txBody>
      </p:sp>
      <p:sp>
        <p:nvSpPr>
          <p:cNvPr id="23" name="Cuadro de texto 22"/>
          <p:cNvSpPr txBox="1"/>
          <p:nvPr/>
        </p:nvSpPr>
        <p:spPr>
          <a:xfrm>
            <a:off x="1074420" y="4023360"/>
            <a:ext cx="2927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s-ES" altLang="en-US">
                <a:solidFill>
                  <a:srgbClr val="FF0000"/>
                </a:solidFill>
              </a:rPr>
              <a:t>*</a:t>
            </a:r>
            <a:endParaRPr lang="es-ES" altLang="en-US">
              <a:solidFill>
                <a:srgbClr val="FF0000"/>
              </a:solidFill>
            </a:endParaRPr>
          </a:p>
        </p:txBody>
      </p:sp>
      <p:sp>
        <p:nvSpPr>
          <p:cNvPr id="24" name="Cuadro de texto 23"/>
          <p:cNvSpPr txBox="1"/>
          <p:nvPr/>
        </p:nvSpPr>
        <p:spPr>
          <a:xfrm>
            <a:off x="588645" y="2232660"/>
            <a:ext cx="2927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s-ES" altLang="en-US">
                <a:solidFill>
                  <a:srgbClr val="FF0000"/>
                </a:solidFill>
              </a:rPr>
              <a:t>*</a:t>
            </a:r>
            <a:endParaRPr lang="es-ES" altLang="en-US">
              <a:solidFill>
                <a:srgbClr val="FF0000"/>
              </a:solidFill>
            </a:endParaRPr>
          </a:p>
        </p:txBody>
      </p:sp>
      <p:sp>
        <p:nvSpPr>
          <p:cNvPr id="25" name="Rectángulo redondeado 24"/>
          <p:cNvSpPr/>
          <p:nvPr/>
        </p:nvSpPr>
        <p:spPr>
          <a:xfrm>
            <a:off x="195580" y="3855085"/>
            <a:ext cx="1358265" cy="36195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41" name="Conector angular 40"/>
          <p:cNvCxnSpPr>
            <a:stCxn id="25" idx="3"/>
          </p:cNvCxnSpPr>
          <p:nvPr/>
        </p:nvCxnSpPr>
        <p:spPr>
          <a:xfrm flipH="1" flipV="1">
            <a:off x="699770" y="3329940"/>
            <a:ext cx="854075" cy="706120"/>
          </a:xfrm>
          <a:prstGeom prst="bentConnector3">
            <a:avLst>
              <a:gd name="adj1" fmla="val -27881"/>
            </a:avLst>
          </a:prstGeom>
          <a:ln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 de texto 41"/>
          <p:cNvSpPr txBox="1"/>
          <p:nvPr/>
        </p:nvSpPr>
        <p:spPr>
          <a:xfrm>
            <a:off x="1043305" y="3299460"/>
            <a:ext cx="83375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s-ES" altLang="en-US" sz="800">
                <a:solidFill>
                  <a:srgbClr val="FF0000"/>
                </a:solidFill>
              </a:rPr>
              <a:t>Mude para esta posição</a:t>
            </a:r>
            <a:endParaRPr lang="es-ES" altLang="en-US" sz="800">
              <a:solidFill>
                <a:srgbClr val="FF0000"/>
              </a:solidFill>
            </a:endParaRPr>
          </a:p>
        </p:txBody>
      </p:sp>
      <p:sp>
        <p:nvSpPr>
          <p:cNvPr id="43" name="Rectángulo redondeado 42"/>
          <p:cNvSpPr/>
          <p:nvPr/>
        </p:nvSpPr>
        <p:spPr>
          <a:xfrm>
            <a:off x="205105" y="5582285"/>
            <a:ext cx="494665" cy="18097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45" name="Conector angular 44"/>
          <p:cNvCxnSpPr/>
          <p:nvPr/>
        </p:nvCxnSpPr>
        <p:spPr>
          <a:xfrm rot="16200000" flipV="1">
            <a:off x="775335" y="4620895"/>
            <a:ext cx="1353185" cy="666115"/>
          </a:xfrm>
          <a:prstGeom prst="bentConnector2">
            <a:avLst/>
          </a:prstGeom>
          <a:ln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/>
          <p:cNvCxnSpPr/>
          <p:nvPr/>
        </p:nvCxnSpPr>
        <p:spPr>
          <a:xfrm flipH="1">
            <a:off x="718820" y="5640070"/>
            <a:ext cx="107632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 de texto 48"/>
          <p:cNvSpPr txBox="1"/>
          <p:nvPr/>
        </p:nvSpPr>
        <p:spPr>
          <a:xfrm>
            <a:off x="1008380" y="4931410"/>
            <a:ext cx="83375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s-ES" altLang="en-US" sz="800">
                <a:solidFill>
                  <a:srgbClr val="FF0000"/>
                </a:solidFill>
              </a:rPr>
              <a:t>Mude para esta posição</a:t>
            </a:r>
            <a:endParaRPr lang="es-ES" altLang="en-US" sz="800">
              <a:solidFill>
                <a:srgbClr val="FF0000"/>
              </a:solidFill>
            </a:endParaRPr>
          </a:p>
        </p:txBody>
      </p:sp>
      <p:sp>
        <p:nvSpPr>
          <p:cNvPr id="50" name="Cuadro de texto 49"/>
          <p:cNvSpPr txBox="1"/>
          <p:nvPr/>
        </p:nvSpPr>
        <p:spPr>
          <a:xfrm>
            <a:off x="3836670" y="2378710"/>
            <a:ext cx="2720975" cy="5530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l"/>
            <a:r>
              <a:rPr lang="es-ES" altLang="en-US" sz="1000"/>
              <a:t>localize aqui para selecionar “Causa de Intervención” e torná-lo um campo obrigatório também</a:t>
            </a:r>
            <a:endParaRPr lang="es-ES" altLang="en-US" sz="1000"/>
          </a:p>
        </p:txBody>
      </p:sp>
      <p:cxnSp>
        <p:nvCxnSpPr>
          <p:cNvPr id="51" name="Conector recto de flecha 50"/>
          <p:cNvCxnSpPr/>
          <p:nvPr/>
        </p:nvCxnSpPr>
        <p:spPr>
          <a:xfrm flipH="1" flipV="1">
            <a:off x="471170" y="2029460"/>
            <a:ext cx="3365500" cy="5397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WPS Presentation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Lucida Sans Unicode</vt:lpstr>
      <vt:lpstr>微软雅黑</vt:lpstr>
      <vt:lpstr/>
      <vt:lpstr>Arial Unicode MS</vt:lpstr>
      <vt:lpstr>Calibri Light</vt:lpstr>
      <vt:lpstr>Latha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cmendez</cp:lastModifiedBy>
  <cp:revision>5</cp:revision>
  <dcterms:created xsi:type="dcterms:W3CDTF">2020-05-15T20:02:00Z</dcterms:created>
  <dcterms:modified xsi:type="dcterms:W3CDTF">2020-06-25T14:18:50Z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3082-11.2.0.9085</vt:lpwstr>
  </property>
</Properties>
</file>